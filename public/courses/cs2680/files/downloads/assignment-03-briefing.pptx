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1234440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5508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0" y="1234440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234440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92808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892808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1892808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892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551176"/>
            <a:ext cx="548640" cy="457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551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551176"/>
            <a:ext cx="54864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551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26680" y="2551176"/>
            <a:ext cx="54864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25511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209544"/>
            <a:ext cx="54864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3209544"/>
            <a:ext cx="54864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26680" y="3209544"/>
            <a:ext cx="54864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cost and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1051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1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/ Harvard SEAS / Juncheng Yang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1417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3: MadsOpt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4864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Competition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86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 .  2026-10-07  .  worth 20% of the grade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deck: course/site/slides/8_assignment3.pdf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https://cs2680.seas.harvard.edu/assignments/assignment3.html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SHIP, AND WHERE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harness competition, not a prompt-writing exercise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 an agent runtime that solves tasks, and you are scored on capability, cost and time simultaneously.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834640" cy="1051560"/>
          </a:xfrm>
          <a:prstGeom prst="rect">
            <a:avLst/>
          </a:prstGeom>
          <a:solidFill>
            <a:srgbClr val="FFDDD2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078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container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95681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src/ is mounted here. Its only egress is a proxy to the course API at api.cs2680.com.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1993392"/>
            <a:ext cx="1554480" cy="310896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3408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1627632"/>
            <a:ext cx="3200400" cy="1051560"/>
          </a:xfrm>
          <a:prstGeom prst="rect">
            <a:avLst/>
          </a:prstGeom>
          <a:solidFill>
            <a:srgbClr val="EDF6F9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1700784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container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59552" y="195681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lives at /app. A small HTTP server (src/sandbox_server.py) exposes /health, /exec, /read, /write on port 8000. Task containers have no network at all.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65176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52928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99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354787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on the leaderboard, numbered 1 to 26 - you choose how many to grade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852928"/>
            <a:ext cx="265176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852928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999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29000" y="354787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container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852928"/>
            <a:ext cx="265176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852928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99923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217920" y="354787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tiers: Expert, Standard, Starter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environment has 26 tasks in 3 types of containers, with the agent and the task in separate containers accessed over HTTP requests. Evaluation is offline and sandboxed.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3525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of 3 is the briefing slide's. The Assignment 3 spec page heads the same section "Two kinds of containers" and its own diagram shows the agent container, the task container and a grading container.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https://cs2680.seas.harvard.edu/slides/8_assignment3.pdf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HARNESS, YOUR AGENT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runtime contract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passes the task info to your agent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86584" y="1426464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works on the task and generates a patch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9704" y="1426464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1920240" cy="73152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patch is evaluated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92824" y="1426464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188720"/>
            <a:ext cx="1920240" cy="73152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sent back to the agent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39776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03120"/>
            <a:ext cx="50292" cy="1188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24942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holds the agent logic and the sandbox requests. Zipped, it is the ONLY file uploaded to the leaderboard: src.zip.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3977640" cy="1188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03120"/>
            <a:ext cx="50292" cy="1188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4942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may not touch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542032"/>
            <a:ext cx="3648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and evaluation_scripts are the same code used on the leaderboard. Do not modify them for local testing.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401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dispatcher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54864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3639312"/>
            <a:ext cx="7973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next_task . extract_patch(k) / submit_patch(k, text) . evaluate(k) -&gt; {"tests_failed": F, "tests_total": T, "attempt": a} . continue_task(k) . done(k, reason, iterations) . logger(k)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5 tasks run in parallel. init.sh and package_claude_sessions.py generate the session logs, which carry no points of their own.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https://cs2680.seas.harvard.edu/slides/8_assignment3.pdf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ARE ENFORCED BY THE 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Budgets, tiers, and the submission queue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103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2103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and cost limits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783080" cy="64008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09344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min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193852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evaluate() call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05456" y="1572768"/>
            <a:ext cx="1783080" cy="64008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609344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15184" y="193852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the run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304288"/>
            <a:ext cx="1783080" cy="64008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340864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9808" y="267004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05456" y="2304288"/>
            <a:ext cx="1783080" cy="64008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340864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15184" y="267004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3977640" cy="2103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88720"/>
            <a:ext cx="50292" cy="2103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35024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 tiers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5544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60720" y="15544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29400" y="15544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cached input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589520" y="15544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1810512"/>
            <a:ext cx="81381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181051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810512"/>
            <a:ext cx="81381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181051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1810512"/>
            <a:ext cx="90525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84264" y="1810512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1810512"/>
            <a:ext cx="81381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181051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121408"/>
            <a:ext cx="813816" cy="274320"/>
          </a:xfrm>
          <a:prstGeom prst="rect">
            <a:avLst/>
          </a:prstGeom>
          <a:solidFill>
            <a:srgbClr val="EDF6F9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212140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2121408"/>
            <a:ext cx="813816" cy="274320"/>
          </a:xfrm>
          <a:prstGeom prst="rect">
            <a:avLst/>
          </a:prstGeom>
          <a:solidFill>
            <a:srgbClr val="EDF6F9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15584" y="212140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9400" y="2121408"/>
            <a:ext cx="905256" cy="274320"/>
          </a:xfrm>
          <a:prstGeom prst="rect">
            <a:avLst/>
          </a:prstGeom>
          <a:solidFill>
            <a:srgbClr val="EDF6F9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84264" y="212140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2121408"/>
            <a:ext cx="813816" cy="274320"/>
          </a:xfrm>
          <a:prstGeom prst="rect">
            <a:avLst/>
          </a:prstGeom>
          <a:solidFill>
            <a:srgbClr val="EDF6F9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44384" y="212140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2432304"/>
            <a:ext cx="81381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243230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60720" y="2432304"/>
            <a:ext cx="81381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15584" y="243230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29400" y="2432304"/>
            <a:ext cx="90525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84264" y="24323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2432304"/>
            <a:ext cx="81381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44384" y="243230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2798064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per 1M tokens. You may use any of the three, as many of them as you like, in one run.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438144"/>
            <a:ext cx="8229600" cy="786384"/>
          </a:xfrm>
          <a:prstGeom prst="rect">
            <a:avLst/>
          </a:prstGeom>
          <a:solidFill>
            <a:srgbClr val="FFDDD2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3438144"/>
            <a:ext cx="7900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Leaderboard: log in with the Canvas email and the password "Cs2680-&lt;your 8-digit student ID&gt;". Submit src.zip. Only one submission is queued at a time, so cancel a submission that does not look promising - a cancelled submission still counts and consumes the daily budget.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is part of the task definition, not a courtesy: the first time you must trade success against cost.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https://cs2680.seas.harvard.edu/slides/8_assignment3.pdf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METRICS, ONE SKYLINE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are graded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868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 solved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tasks your run solved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868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solved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276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course API account was charged, divided by tasks solved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868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350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per solved 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276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host clock, from the first task opened to the last task done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157984"/>
            <a:ext cx="3977640" cy="1664208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57984"/>
            <a:ext cx="50292" cy="166420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0428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ranking rule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596896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in skyline layers over the three metrics.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solve 7 tasks to enter the skyline; fewer than 7 rank below all of them, ordered by tasks solved alone.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dominates B if it is at least as good on all three metrics and better on one.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count everyone ahead of it: 1, 1, 1, 4, 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157984"/>
            <a:ext cx="3977640" cy="1664208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57984"/>
            <a:ext cx="50292" cy="166420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30428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596896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= max(81 - r, 50) if any submission achieves the baseline, otherwise 81 - 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980944"/>
            <a:ext cx="3648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solves 16 tasks in 4 hours within a limit of $10, and credit is given if any submission achieves it. Examples: rank 1 scores 80, rank 12 scores 69, rank 40 scores 50 with the baseline and 41 without.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13632"/>
            <a:ext cx="1920240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leaderboard: 80 points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3913632"/>
            <a:ext cx="1920240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writeup: 10 points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913632"/>
            <a:ext cx="1920240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10 points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913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is worth 20% of the grade.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3525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as published on the Assignment 3 spec page; the course policy page states a different form, and the two published pages do not agree.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https://cs2680.seas.harvard.edu/assignments/assignment3.html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MADSOPT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2435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graded on capability, cost and time at once - the skyline, not the top score, is the objective.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11226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contract is fixed: 26 tasks, offline-only, 5-way parallel, 35 min per evaluate(), $10 per run.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98094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16-task baseline, then win on efficiency; a cancelled submission still burns budget.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51760" cy="2651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07008"/>
            <a:ext cx="50292" cy="2651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533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Mon Oct 5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Tue Oct 20, 11:59pm, and no late days.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estimate: 10-15 hours.</a:t>
            </a:r>
            <a:endParaRPr lang="en-US" sz="10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the deadline scores 0 for the leaderboard.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3108960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writeup must be your own work; the video is 3 minutes, with your face and your own voice.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416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applied form of the last three lectures: build the harness, measure it, and win on the skyline.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https://cs2680.seas.harvard.edu/assignments/assignment3.html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assignment-03-briefing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