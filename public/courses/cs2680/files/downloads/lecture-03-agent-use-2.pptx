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0"/>
            <a:ext cx="3520440" cy="4617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8932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 OF SCALING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89320" y="868680"/>
            <a:ext cx="2834640" cy="91440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868680"/>
            <a:ext cx="50292" cy="914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4768" y="960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44768" y="1216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breadth: independent tasks, each in an isolated working tree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89320" y="1920240"/>
            <a:ext cx="2834640" cy="91440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920240"/>
            <a:ext cx="50292" cy="914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4768" y="22677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and depth: a bounded task in fresh context, returning a summary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2971800"/>
            <a:ext cx="2834640" cy="91440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971800"/>
            <a:ext cx="50292" cy="914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3063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Long-running agents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3319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a larger job carried across many steps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6F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and dynamic workflow combine them.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CS2680 - HARVARD SEAS - LECTURE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1097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use II: 100x Engineer with Multi-agents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3 - 2026-09-14 - CS2680 / Harvard SEAS / Juncheng Yang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and the same tools behave differently once the instructions change. The instructions are the design surface.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4864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the source deck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19456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stages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383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840480" y="4041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 the C compiler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model, different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264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694176" cy="365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9222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3694176" cy="365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942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3694176" cy="365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0662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by iteration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20116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264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810512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810512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 step 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322576"/>
            <a:ext cx="109728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225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3957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8192" y="2322576"/>
            <a:ext cx="109728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23225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23957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70064" y="2322576"/>
            <a:ext cx="109728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23225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79806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-&gt; BUILD -&gt; SHIP, with HUMAN at step 0.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sharing the same model and the same tools behave differently because only the instructions differ.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workflow is the hinge of the whole lecture.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Superpowers: a plugin as the container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32918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superpowers@claude-plugins-official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00600" y="11887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is the distribution container; skills and hooks supply the behaviour.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261872" cy="6858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2024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problem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19072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1920240"/>
            <a:ext cx="1261872" cy="6858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3664" y="192024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design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90672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1261872" cy="6858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92024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detailed plan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62272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920240"/>
            <a:ext cx="1261872" cy="6858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92024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build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33872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920240"/>
            <a:ext cx="1261872" cy="6858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92024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verify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05472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1920240"/>
            <a:ext cx="1261872" cy="685800"/>
          </a:xfrm>
          <a:prstGeom prst="rect">
            <a:avLst/>
          </a:prstGeom>
          <a:solidFill>
            <a:srgbClr val="E29578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92024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or integrate the branch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SKILLS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using-superpowers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017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017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writing-plans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29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using-git-worktrees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342900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429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test-driven-development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42900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429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systematic-debugging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requesting-code-review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384048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verification-before-completion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3840480"/>
            <a:ext cx="2606040" cy="34747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finishing-a-development-branch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4306824"/>
            <a:ext cx="7900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.claude-plugin/plugin.json, hooks/hooks.json with a session-start hook, skills/ and tests/.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alone are not enough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2331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331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ANATOMY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55064"/>
            <a:ext cx="46085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has front matter (metadata: name, description) and a body (the procedure)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brainstorming procedure is seven steps: inspect project, classify scope, clarify requirements, compare approaches, present a design, wait for user approval, invoke writing-plans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ships the skills, the session-start hook and tests/ together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3108960" cy="23317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234440"/>
            <a:ext cx="50292" cy="2331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38074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SESSIONSTART HOOK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673352"/>
            <a:ext cx="2779776" cy="31089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6733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matcher: startup|clear|compact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60720" y="2057400"/>
            <a:ext cx="2779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command, async false</a:t>
            </a:r>
            <a:endParaRPr lang="en-US" sz="9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not compliance: the hook guarantees deterministic timing</a:t>
            </a:r>
            <a:endParaRPr lang="en-US" sz="9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the agent acts, and re-runs after clear and compaction</a:t>
            </a:r>
            <a:endParaRPr lang="en-US" sz="9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reads the bootstrap SKILL.md, escapes the Markdown for JSON and returns it as additionalContext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FILE CAN DEFINE SIX COMPONENTS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132588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conditions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37944" y="3950208"/>
            <a:ext cx="132588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3664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18688" y="3950208"/>
            <a:ext cx="132588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actions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99432" y="3950208"/>
            <a:ext cx="132588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0176" y="3950208"/>
            <a:ext cx="132588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25896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requirements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60920" y="3950208"/>
            <a:ext cx="132588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applicable skill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Caveman: compress in two directions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023360" cy="32918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plugin marketplace add JuliusBrussee/caveman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1170432"/>
            <a:ext cx="4023360" cy="32918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70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plugin install caveman@caveman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5544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1664208"/>
            <a:ext cx="1554480" cy="640080"/>
          </a:xfrm>
          <a:prstGeom prst="rect">
            <a:avLst/>
          </a:prstGeom>
          <a:solidFill>
            <a:srgbClr val="E29578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664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proxy +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75888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5616" y="1664208"/>
            <a:ext cx="15544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664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0096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9824" y="1664208"/>
            <a:ext cx="1554480" cy="640080"/>
          </a:xfrm>
          <a:prstGeom prst="rect">
            <a:avLst/>
          </a:prstGeom>
          <a:solidFill>
            <a:srgbClr val="E29578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664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skill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04304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1664208"/>
            <a:ext cx="15544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664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487168"/>
            <a:ext cx="8229600" cy="12801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87168"/>
            <a:ext cx="50292" cy="12801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724912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intercept requests but cannot rewrite the request to the LLM, so a proxy is required unless you write your own harness. The proxy sits between agent and model provider, while MCP sits beside it, and it applies type-aware compression per content type: logs, code, diffs, JSON, search, HTML/text.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Caveman compresses because context fills up, every turn costs, and compaction loses detail.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13632"/>
            <a:ext cx="19202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9136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skill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3913632"/>
            <a:ext cx="19202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39136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commands, /caveman to /caveman-help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913632"/>
            <a:ext cx="19202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39136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and UserPromptSubmit hooks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66560" y="3913632"/>
            <a:ext cx="19202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9136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MCP tools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compression bought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286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550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9776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36392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3008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9624" y="2478024"/>
            <a:ext cx="27432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0837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 776 more lines ... 3 failed, 214 passed"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4023360" cy="22860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3444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700784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24942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tests fail: ETIMEDOUT at client.ts:88"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706624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stays available for retrieval: MCP retrieves it on demand.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4023360" cy="7772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03320"/>
            <a:ext cx="50292" cy="777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679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40080" y="45262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output tokens (reported)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023360" cy="7772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50292" cy="777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41064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caveat: the skill itself adds input tokens, so whole-session savings are lower than 65%.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independent axes of scaling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606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606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22768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tasks, each in an isolated working tree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wall-clock throughput, not answer quality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hand: one task per session in its own git worktree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26060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50292" cy="2606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8074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 and depth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92808"/>
            <a:ext cx="22768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task in fresh context, returning a summary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throughput and focus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the caller and reports 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2606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50292" cy="2606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8074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892808"/>
            <a:ext cx="22768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job carried across many steps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scope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keep one running: /goal and /loop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Hand-run parallelism breaks down past a few sessions: you hold the plan, sessions cannot see each other, you reconcile the branches, and it does not repeat because nothing is written down to rerun. Worktrees: ../repo-main (main), ../feat-auth (feature/auth), ../fix-flaky (fix/flaky-test).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Subagents: a bounded task in fresh context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331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331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SPAWN 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5506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assistant with its own context window, tools and permissions.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694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context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constraints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anywhere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Parallelize: the slowest subtask sets the total time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 by routing to a cheaper model such as Haiku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23317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50292" cy="2331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655064"/>
            <a:ext cx="36941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Built-ins: Explore, Plan and General-purpose. Explore and Plan skip CLAUDE.md and git status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is a Markdown file with YAML frontmatter whose body becomes the system prompt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requires Agent in the tools list. Up to 5 levels are allowed, 2 to 3 the sweet spot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606040" cy="640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03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3749040"/>
            <a:ext cx="2606040" cy="640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374904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803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@-mention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749040"/>
            <a:ext cx="2606040" cy="640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74904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03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--agent flag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SESSION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 and agent teams are not the same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window, result to caller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window, independent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to caller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Teammate to teammate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1430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291840"/>
            <a:ext cx="50292" cy="1143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529584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team is several Claude Code sessions working together: one lead, several teammates, a shared task list, and a mailbox (a JSON inbox per agent). Use cases: review, independent modules, debugging and cross-layer work. Teams are experimental and off by default: they cost more tokens and are worth it only when the work needs discussion.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261104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coordination-cost decision, not a capability decision.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Long-running agents and dynamic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1945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until a verifiable end state holds. It stops when the end state is met, or when --max-tries runs out.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2276856" cy="365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6090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"npm run lint exits with zero errors"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0604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50292" cy="21945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8074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/loop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 prompt on a schedule until you stop it. The default prompt lives in .claude/loop.md; press Esc to end.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660904"/>
            <a:ext cx="2276856" cy="365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66090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/loop 5m "check CI, fix whatever broke"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06040" cy="21945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34440"/>
            <a:ext cx="50292" cy="21945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8074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workflow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script orchestrating many subagents in the background, entered by typing "ultracode" or running /effort ultracode.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660904"/>
            <a:ext cx="2276856" cy="365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66090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a 500-file migration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758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WAYS TO AMPLIFY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 by hand, subagents, agent teams, workflows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675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WAYS TO KEEP ONE RUNNING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/goal, /loop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16-agent C compiler: scale and limits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960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960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81965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960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234440"/>
            <a:ext cx="50292" cy="960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173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181965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over two weeks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20240" cy="960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34440"/>
            <a:ext cx="50292" cy="960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73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181965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tokens, 140M output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920240" cy="9601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234440"/>
            <a:ext cx="50292" cy="960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173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$20,000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181965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cost, just under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77440"/>
            <a:ext cx="50292" cy="914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60320"/>
            <a:ext cx="7900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BUILT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798064"/>
            <a:ext cx="7900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100,000 lines of code. Linux 6.9 on x86, ARM and RISC-V. QEMU, FFmpeg, Postgres, Redis, Doom. Roughly 99% pass rate on major test suites.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12724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https://www.anthropic.com/engineering/building-c-compiler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8229600" cy="10058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56432"/>
            <a:ext cx="50292" cy="10058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39312"/>
            <a:ext cx="7900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DID NOT 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877056"/>
            <a:ext cx="7900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were frequent</a:t>
            </a:r>
            <a:endParaRPr lang="en-US" sz="9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stopped helping on a shared kernel failure</a:t>
            </a:r>
            <a:endParaRPr lang="en-US" sz="9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leaned on GCC for part of the 16-bit x86 work</a:t>
            </a:r>
            <a:endParaRPr lang="en-US" sz="9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code was less efficient than GCC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3.0: uncertainty is the price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1.0 is programming hardware, 2.0 is programming a language, 3.0 is expressing the goal. It trades higher productivity for more uncertainty. The term is the lecturer's, explicitly different from Andrej Karpathy's definition; Software 3.0 is his: human language and context, then LLM, then action.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060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8366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22768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assumptions up front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model confirm anything ambiguous before it executes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606040" cy="20116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7373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8366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212848"/>
            <a:ext cx="22768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proposal from execution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context explicitly: own memory, provenance and retrieval, and expire stale information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outcomes, not prompts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6060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373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8366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&amp; GOVERN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212848"/>
            <a:ext cx="22768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generate-verify loop</a:t>
            </a:r>
            <a:endParaRPr lang="en-US" sz="9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one level deeper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expect the agent to be deterministic; make the surrounding system dependable." And: "match autonomy to risk: the more autonomy the higher uncertainty and risk."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carry out of Lecture 3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3352"/>
            <a:ext cx="329184" cy="32918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63624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and tools behave differently under different instructions. The instructions are the design surface.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615184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has three independent axes - breadth, focus, duration - and each multi-agent mechanism buys a different one at a different cost.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76472"/>
            <a:ext cx="329184" cy="32918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66744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and coordination are architectural decisions (proxy, hooks, MCP, worktrees, task lists), not configuration. Do not expect the agent to be deterministic, so match autonomy to risk.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https://cs2680.seas.harvard.edu/slides/3_agent_use_2.pdf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lecture-03-agent-use-2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