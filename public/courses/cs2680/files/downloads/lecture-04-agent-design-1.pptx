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0"/>
            <a:ext cx="3520440" cy="4617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8932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OF CONTEXT MANAGEMENT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89320" y="868680"/>
            <a:ext cx="28346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868680"/>
            <a:ext cx="50292" cy="6583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0" y="9235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1179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and lossless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89320" y="1645920"/>
            <a:ext cx="28346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645920"/>
            <a:ext cx="50292" cy="6583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700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Offloading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956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two ends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2423160"/>
            <a:ext cx="28346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423160"/>
            <a:ext cx="50292" cy="6583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4780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7340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two ends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3200400"/>
            <a:ext cx="2834640" cy="658368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3200400"/>
            <a:ext cx="50292" cy="65836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2552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511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and irreversible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6F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x Harness. Model capability sets the ceiling; the harness determines realized performance.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CS2680 - HARVARD SEAS - LECTURE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1097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design I: context management and tool design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864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4 - 2026-09-16 - CS2680 / Harvard SEAS / Juncheng Yang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inside of the harness: the ReAct loop, how agents find and change code, and how the context window is managed.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4864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the source deck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219456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stages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383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3840480" y="4041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from the harness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ReAct loop, and the loop as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3200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THOUGHT, ACTION, OBSERVATION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1417320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76272" y="1673352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know, what is missing, what is next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213055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417320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76272" y="224028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structured call the environment can run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26974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07208"/>
            <a:ext cx="1417320" cy="4572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76272" y="280720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answers with facts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392424"/>
            <a:ext cx="4608576" cy="5029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3924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ONLY FAILS: nothing checks the reasoning, and small errors compound into confident hallucination.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4608576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9684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ONLY FAILS: tool calls with no plan make the model repeat themselves.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1234440"/>
            <a:ext cx="3108960" cy="32004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38074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169164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step in range(MAX_STEPS):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60720" y="194767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call the model with tools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0" y="2203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append the assistant response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0720" y="245973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a final answer is present: return it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60720" y="2715768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validate the arguments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0" y="297180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execute the tool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322783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append a role "tool" message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48386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limit: raise RuntimeError(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0720" y="373989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"Agent exceeded its step limit")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60720" y="407822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message carries role "tool", tool_call_id and content.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coding agent has three components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9202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" cy="1920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26464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+ agent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2276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and emits actions; the loop runs the model, executes the tools and appends the results.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19202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50292" cy="1920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26464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79222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guardrails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84832"/>
            <a:ext cx="2276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set capability; guardrails keep it safe. This is where permissions, validation and isolation live.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06040" cy="19202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80160"/>
            <a:ext cx="50292" cy="1920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26464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79222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84832"/>
            <a:ext cx="2276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memory: what the agent knows now, and what it carries forward.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one context window.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4904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DESIGNER HAS THREE JOBS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0050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Assemble the context     2  Validate the request, check permission and run it     3  Optionally process the result and manage context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code by name: four approaches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 / grep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loops over with nothing to build or keep in sync, and it always reflects the live 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Burns turns and context, and misses paraphrase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index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code chunks, or a file tree plus ranked symbols (Aider's repo map)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 building and re-syncing the index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extrinsic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outside the source: stack traces, failing tests and git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Highest-precision signal when debugging, but only when such a signal exists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server (LSP)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the compiler's index for definitions, references, symbols and types, and resolves imports, overloads and renames that grep only guesses 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 server per language, and a slow cold 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657600"/>
            <a:ext cx="50292" cy="7772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877056"/>
            <a:ext cx="7900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start with grep; reach for an index or LSP when names run out.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187952"/>
            <a:ext cx="7900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grep -rn "timeout" src/ returns 37 hits in 12 files; a stack trace points at cart.ts:88 with 3 frames named; textDocument/references returns 42 call sites across 7 files.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edit strategies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buys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whole-file rewrite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patch syntax to get wrong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scales with file size, and untouched code can drift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diff / patch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and reviewable in the format humans and CI already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Hunks fail when line numbers or context drift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replace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proportional to the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on ambiguous, stale or whitespace-off anchors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/ AST edit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Immune to formatting, and cannot produce invalid syntax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Per-language tooling, and a limited set of expressible edits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429000"/>
            <a:ext cx="50292" cy="10058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630168"/>
            <a:ext cx="7900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3867912"/>
            <a:ext cx="7900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Whole-file rewrite: read client.ts, 120 lines into context, write the full file back, 4 lines changed.   Unified diff: @@ -41,3 +41,3 @@, 6 lines and two hunks, applied with git apply patch.diff.   Search and replace: grep -n "retries = 3", then retries = 3 becomes 5.   AST edit: add_param(fetchUser) with a timeout default of 5s, rewriting the signature and all 18 callers, valid by construction.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shell tool: most powerful, most dangerous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264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can chain, filter, loop and retry.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28016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264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719072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network, package managers, installed binaries.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264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719072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processes outlive the call.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14630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28016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264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719072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shell can do, the agent can do.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design has to settle five questions: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1572768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signal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21408" y="3246120"/>
            <a:ext cx="1572768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408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85616" y="3246120"/>
            <a:ext cx="1572768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49824" y="3246120"/>
            <a:ext cx="1572768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14032" y="3246120"/>
            <a:ext cx="1572768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886200"/>
            <a:ext cx="50292" cy="548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32504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answers one question: where the code runs and what it can reach.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design is context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480560" cy="2834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834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 DESIGN PRACTICES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55064"/>
            <a:ext cx="4151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orthogonal tools: overlapping tools make the model dither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rather than generic: search_orders(customer_id) beats a raw run_sql tool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Token-cheap output: truncate, paginate, summarize. Tool design is context design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that teach: return the fix hint, not just "invalid argument"</a:t>
            </a:r>
            <a:endParaRPr lang="en-US" sz="10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by default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234440"/>
            <a:ext cx="3566160" cy="28346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1234440"/>
            <a:ext cx="50292" cy="2834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380744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COMMONLY USED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655064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and visual feedback</a:t>
            </a:r>
            <a:endParaRPr lang="en-US" sz="10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notes: write findings to a file so plans survive compaction</a:t>
            </a:r>
            <a:endParaRPr lang="en-US" sz="10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user</a:t>
            </a:r>
            <a:endParaRPr lang="en-US" sz="10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and delegation</a:t>
            </a:r>
            <a:endParaRPr lang="en-US" sz="1000" dirty="0"/>
          </a:p>
          <a:p>
            <a:pPr algn="l"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and fetch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cheap question beats a confident wrong patch.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 moved four times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8288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" cy="18288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636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we instruct the model?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8288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371600"/>
            <a:ext cx="50292" cy="18288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5636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79222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30428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model see?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20240" cy="18288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50292" cy="18288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5636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79222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0428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agent operate?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1371600"/>
            <a:ext cx="1920240" cy="18288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371600"/>
            <a:ext cx="50292" cy="18288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5636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-&gt;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179222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Engineering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30428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success?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"People love coining terms. I use them so you'll know what they mean when you encounter them, but that doesn't mean I agree or like them."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F6F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also surveys eight prompting techniques and labels several of them expired. The point: measure techniques, do not memorise them.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finite on three axes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2743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743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RESOURCE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50292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7335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18745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re-sends the whole window.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50292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31720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253288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prompts take longer to prefill and decode.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990088"/>
            <a:ext cx="50292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99008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319125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fades as the window fills, and the middle gets missed, so more context is not better answers.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6674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length and position cost accuracy.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234440"/>
            <a:ext cx="4389120" cy="2743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234440"/>
            <a:ext cx="50292" cy="2743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38074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TOKEN BUDGET FOR ONE AGENT TURN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17099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52160" y="1728216"/>
            <a:ext cx="45720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70992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80560" y="21214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52160" y="2139696"/>
            <a:ext cx="120015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212140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532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2551176"/>
            <a:ext cx="500063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53288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80560" y="29443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environment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2962656"/>
            <a:ext cx="160020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294436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80560" y="33558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52160" y="3374136"/>
            <a:ext cx="1600200" cy="1828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35584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~80K, growing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480560" y="377647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 labels this an illustrative budget, not a measurement.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"the delicate art and science of filling the context window with just the right information for the next step" - Andrej Karpathy.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stages, from lossless to irreversible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26464"/>
            <a:ext cx="1591056" cy="45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3619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1591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retrieval, tool output shaping, truncation only when shaping cannot, isolation to a subagent.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9202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426464"/>
            <a:ext cx="1591056" cy="45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53619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Offloading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1810512"/>
            <a:ext cx="1591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tool definition, tool search, tool output offload returning a handle, externalised task list, persistent memory.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9202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801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426464"/>
            <a:ext cx="1591056" cy="45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3619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810512"/>
            <a:ext cx="1591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Deduplication, observation masking of tool results older than N steps, sliding window.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1920240" cy="20116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8016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426464"/>
            <a:ext cx="1591056" cy="45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53619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1810512"/>
            <a:ext cx="1591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summary, or full summary at the limit, reserving headroom, preserving the system prefix, re-injecting critical facts, persisting key facts outside the window via auto memory.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56432"/>
            <a:ext cx="2606040" cy="10058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456432"/>
            <a:ext cx="50292" cy="10058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39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DOM 48,000 tokens becomes prices and headings only, 900 tokens. Same answer.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456432"/>
            <a:ext cx="2606040" cy="10058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456432"/>
            <a:ext cx="50292" cy="10058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639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429000" y="4023360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schemas resident 42,000 tokens becomes an index plus 3 schemas, 3,100 tokens. All 60 reachable.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3456432"/>
            <a:ext cx="2606040" cy="10058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456432"/>
            <a:ext cx="50292" cy="10058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639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17920" y="4023360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kept, 96,000 tokens, becomes newest state kept, 24,000 tokens. Nothing summarized.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context fails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72768" cy="2286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17904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Poisoning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1243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enters the window and is later cited as fact.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21408" y="1371600"/>
            <a:ext cx="1572768" cy="22860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21408" y="137160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1517904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04288" y="18653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04288" y="2340864"/>
            <a:ext cx="1243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grows until the agent imitates its own past actions.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85616" y="1371600"/>
            <a:ext cx="1572768" cy="2286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37160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496" y="1517904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8496" y="18653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68496" y="2340864"/>
            <a:ext cx="1243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tools and documents steer the answer off course.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9824" y="1371600"/>
            <a:ext cx="1572768" cy="22860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9824" y="137160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2704" y="1517904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32704" y="18653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32704" y="2340864"/>
            <a:ext cx="1243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contradicts old, and both stay unresolved.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14032" y="1371600"/>
            <a:ext cx="1572768" cy="2286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14032" y="1371600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6912" y="1517904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86537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2340864"/>
            <a:ext cx="12435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goal is buried and swapped for a nearby subgoal.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8862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 the failure and the fix becomes obvious."   Breunig, "How Contexts Fail and How to Fix Them" (2025)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= Model x Harness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0" cy="3200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6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ONLY THE HARNESS DOUBLES ACCURACY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7465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 Verified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208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2039112"/>
            <a:ext cx="2377440" cy="182880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039112"/>
            <a:ext cx="604911" cy="1828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0208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169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404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2423160"/>
            <a:ext cx="2377440" cy="182880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423160"/>
            <a:ext cx="1012874" cy="1828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404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169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7238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 Pro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7320" y="3364992"/>
            <a:ext cx="2377440" cy="182880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3364992"/>
            <a:ext cx="233230" cy="18288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30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17320" y="3749040"/>
            <a:ext cx="2377440" cy="182880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3749040"/>
            <a:ext cx="541695" cy="1828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7307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316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032504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apparent "model failures" are actually context- and control-loop failures.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1234440"/>
            <a:ext cx="3474720" cy="32004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138074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HARNESS CHANGES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1655064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tool outputs compacted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observations kept visible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and stalls detected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when stuck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3026664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capability sets the ceiling; the harness determines realized performance.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666744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Lewis, S., "Same Model, Different Harness: Different Coding-Agent Results" (arXiv:2608.26218, 2026)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to carry out of Lecture 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94944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" cy="6949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63624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0704" y="1472184"/>
            <a:ext cx="7479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model plus a loop plus a harness, and the harness sets realized performance.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69494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84832"/>
            <a:ext cx="50292" cy="6949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68296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2276856"/>
            <a:ext cx="7479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finite, paid and lossy. Manage it in order: admit, offload, transform, then compact.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69494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9504"/>
            <a:ext cx="50292" cy="6949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72968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" y="3081528"/>
            <a:ext cx="7479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is context design: few orthogonal tools, token-cheap output, errors that teach.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8229600" cy="69494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94176"/>
            <a:ext cx="50292" cy="6949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77640"/>
            <a:ext cx="292608" cy="29260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" y="3886200"/>
            <a:ext cx="7479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grep; reach for an index or LSP only when names run out.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https://cs2680.seas.harvard.edu/slides/4_agent_design_1.pdf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lecture-04-agent-design-1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